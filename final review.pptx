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264" r:id="rId11"/>
    <p:sldId id="266" r:id="rId12"/>
    <p:sldId id="269" r:id="rId13"/>
    <p:sldId id="267" r:id="rId14"/>
    <p:sldId id="268" r:id="rId15"/>
    <p:sldId id="270" r:id="rId16"/>
    <p:sldId id="265" r:id="rId17"/>
  </p:sldIdLst>
  <p:sldSz cx="18288000" cy="10287000"/>
  <p:notesSz cx="6858000" cy="9144000"/>
  <p:embeddedFontLst>
    <p:embeddedFont>
      <p:font typeface="Bookman Old Style" panose="02050604050505020204" pitchFamily="18" charset="0"/>
      <p:regular r:id="rId18"/>
      <p:bold r:id="rId19"/>
      <p:italic r:id="rId20"/>
      <p:boldItalic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Gotham" panose="020B0604020202020204" charset="0"/>
      <p:regular r:id="rId26"/>
    </p:embeddedFont>
    <p:embeddedFont>
      <p:font typeface="Gotham Bold Italics" panose="020B0604020202020204" charset="0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5C84E8-BFAA-41FD-A0B0-15406C300E33}" v="1" dt="2026-05-06T04:16:08.3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51" d="100"/>
          <a:sy n="51" d="100"/>
        </p:scale>
        <p:origin x="29" y="53"/>
      </p:cViewPr>
      <p:guideLst>
        <p:guide orient="horz" pos="21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ni Sai teja" userId="26a97bf377e89a90" providerId="LiveId" clId="{06AC81DC-4460-4A0F-B6CF-D96C5A18E209}"/>
    <pc:docChg chg="custSel modSld">
      <pc:chgData name="Muni Sai teja" userId="26a97bf377e89a90" providerId="LiveId" clId="{06AC81DC-4460-4A0F-B6CF-D96C5A18E209}" dt="2026-05-06T04:17:33.231" v="126" actId="20577"/>
      <pc:docMkLst>
        <pc:docMk/>
      </pc:docMkLst>
      <pc:sldChg chg="addSp delSp modSp mod">
        <pc:chgData name="Muni Sai teja" userId="26a97bf377e89a90" providerId="LiveId" clId="{06AC81DC-4460-4A0F-B6CF-D96C5A18E209}" dt="2026-05-06T04:05:41.052" v="5" actId="1076"/>
        <pc:sldMkLst>
          <pc:docMk/>
          <pc:sldMk cId="0" sldId="266"/>
        </pc:sldMkLst>
        <pc:picChg chg="del">
          <ac:chgData name="Muni Sai teja" userId="26a97bf377e89a90" providerId="LiveId" clId="{06AC81DC-4460-4A0F-B6CF-D96C5A18E209}" dt="2026-05-06T04:04:49.379" v="0" actId="478"/>
          <ac:picMkLst>
            <pc:docMk/>
            <pc:sldMk cId="0" sldId="266"/>
            <ac:picMk id="2" creationId="{00000000-0000-0000-0000-000000000000}"/>
          </ac:picMkLst>
        </pc:picChg>
        <pc:picChg chg="add mod">
          <ac:chgData name="Muni Sai teja" userId="26a97bf377e89a90" providerId="LiveId" clId="{06AC81DC-4460-4A0F-B6CF-D96C5A18E209}" dt="2026-05-06T04:05:41.052" v="5" actId="1076"/>
          <ac:picMkLst>
            <pc:docMk/>
            <pc:sldMk cId="0" sldId="266"/>
            <ac:picMk id="5" creationId="{57C7A39A-CD2F-B52F-F021-7FDFEBDCCB95}"/>
          </ac:picMkLst>
        </pc:picChg>
      </pc:sldChg>
      <pc:sldChg chg="addSp delSp modSp mod">
        <pc:chgData name="Muni Sai teja" userId="26a97bf377e89a90" providerId="LiveId" clId="{06AC81DC-4460-4A0F-B6CF-D96C5A18E209}" dt="2026-05-06T04:12:59.936" v="16" actId="1076"/>
        <pc:sldMkLst>
          <pc:docMk/>
          <pc:sldMk cId="0" sldId="267"/>
        </pc:sldMkLst>
        <pc:picChg chg="del">
          <ac:chgData name="Muni Sai teja" userId="26a97bf377e89a90" providerId="LiveId" clId="{06AC81DC-4460-4A0F-B6CF-D96C5A18E209}" dt="2026-05-06T04:11:51.379" v="12" actId="478"/>
          <ac:picMkLst>
            <pc:docMk/>
            <pc:sldMk cId="0" sldId="267"/>
            <ac:picMk id="2" creationId="{00000000-0000-0000-0000-000000000000}"/>
          </ac:picMkLst>
        </pc:picChg>
        <pc:picChg chg="add mod">
          <ac:chgData name="Muni Sai teja" userId="26a97bf377e89a90" providerId="LiveId" clId="{06AC81DC-4460-4A0F-B6CF-D96C5A18E209}" dt="2026-05-06T04:12:59.936" v="16" actId="1076"/>
          <ac:picMkLst>
            <pc:docMk/>
            <pc:sldMk cId="0" sldId="267"/>
            <ac:picMk id="5" creationId="{A843D09F-BEE1-0BC6-09A6-93768374F911}"/>
          </ac:picMkLst>
        </pc:picChg>
      </pc:sldChg>
      <pc:sldChg chg="addSp delSp modSp mod">
        <pc:chgData name="Muni Sai teja" userId="26a97bf377e89a90" providerId="LiveId" clId="{06AC81DC-4460-4A0F-B6CF-D96C5A18E209}" dt="2026-05-06T04:13:37.589" v="21" actId="1076"/>
        <pc:sldMkLst>
          <pc:docMk/>
          <pc:sldMk cId="0" sldId="268"/>
        </pc:sldMkLst>
        <pc:picChg chg="del">
          <ac:chgData name="Muni Sai teja" userId="26a97bf377e89a90" providerId="LiveId" clId="{06AC81DC-4460-4A0F-B6CF-D96C5A18E209}" dt="2026-05-06T04:13:08.377" v="17" actId="478"/>
          <ac:picMkLst>
            <pc:docMk/>
            <pc:sldMk cId="0" sldId="268"/>
            <ac:picMk id="2" creationId="{00000000-0000-0000-0000-000000000000}"/>
          </ac:picMkLst>
        </pc:picChg>
        <pc:picChg chg="add mod">
          <ac:chgData name="Muni Sai teja" userId="26a97bf377e89a90" providerId="LiveId" clId="{06AC81DC-4460-4A0F-B6CF-D96C5A18E209}" dt="2026-05-06T04:13:37.589" v="21" actId="1076"/>
          <ac:picMkLst>
            <pc:docMk/>
            <pc:sldMk cId="0" sldId="268"/>
            <ac:picMk id="5" creationId="{14151978-64B9-88A9-E556-4458CF6246F9}"/>
          </ac:picMkLst>
        </pc:picChg>
      </pc:sldChg>
      <pc:sldChg chg="addSp delSp modSp mod">
        <pc:chgData name="Muni Sai teja" userId="26a97bf377e89a90" providerId="LiveId" clId="{06AC81DC-4460-4A0F-B6CF-D96C5A18E209}" dt="2026-05-06T04:06:40.251" v="11" actId="14100"/>
        <pc:sldMkLst>
          <pc:docMk/>
          <pc:sldMk cId="0" sldId="269"/>
        </pc:sldMkLst>
        <pc:picChg chg="del">
          <ac:chgData name="Muni Sai teja" userId="26a97bf377e89a90" providerId="LiveId" clId="{06AC81DC-4460-4A0F-B6CF-D96C5A18E209}" dt="2026-05-06T04:06:14.611" v="6" actId="478"/>
          <ac:picMkLst>
            <pc:docMk/>
            <pc:sldMk cId="0" sldId="269"/>
            <ac:picMk id="4" creationId="{00000000-0000-0000-0000-000000000000}"/>
          </ac:picMkLst>
        </pc:picChg>
        <pc:picChg chg="add mod">
          <ac:chgData name="Muni Sai teja" userId="26a97bf377e89a90" providerId="LiveId" clId="{06AC81DC-4460-4A0F-B6CF-D96C5A18E209}" dt="2026-05-06T04:06:40.251" v="11" actId="14100"/>
          <ac:picMkLst>
            <pc:docMk/>
            <pc:sldMk cId="0" sldId="269"/>
            <ac:picMk id="5" creationId="{A1C8018B-5608-ED1E-ABED-80D089B6F19C}"/>
          </ac:picMkLst>
        </pc:picChg>
      </pc:sldChg>
      <pc:sldChg chg="modSp mod">
        <pc:chgData name="Muni Sai teja" userId="26a97bf377e89a90" providerId="LiveId" clId="{06AC81DC-4460-4A0F-B6CF-D96C5A18E209}" dt="2026-05-06T04:17:33.231" v="126" actId="20577"/>
        <pc:sldMkLst>
          <pc:docMk/>
          <pc:sldMk cId="0" sldId="271"/>
        </pc:sldMkLst>
        <pc:spChg chg="mod">
          <ac:chgData name="Muni Sai teja" userId="26a97bf377e89a90" providerId="LiveId" clId="{06AC81DC-4460-4A0F-B6CF-D96C5A18E209}" dt="2026-05-06T04:15:04.707" v="80" actId="20577"/>
          <ac:spMkLst>
            <pc:docMk/>
            <pc:sldMk cId="0" sldId="271"/>
            <ac:spMk id="14" creationId="{00000000-0000-0000-0000-000000000000}"/>
          </ac:spMkLst>
        </pc:spChg>
        <pc:spChg chg="mod">
          <ac:chgData name="Muni Sai teja" userId="26a97bf377e89a90" providerId="LiveId" clId="{06AC81DC-4460-4A0F-B6CF-D96C5A18E209}" dt="2026-05-06T04:17:33.231" v="126" actId="20577"/>
          <ac:spMkLst>
            <pc:docMk/>
            <pc:sldMk cId="0" sldId="271"/>
            <ac:spMk id="1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48855" y="3819753"/>
            <a:ext cx="11190289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END SEMESTER PROJECT REVIEW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</a:t>
            </a:r>
            <a:r>
              <a:rPr lang="en-US" alt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5680353"/>
            <a:ext cx="16687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IN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 A REACT JS BASED WEB APPLICATION FOR TICKET BOOKING OF AN INTERNAL DEPARTMENT EVENT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Muthyala Muni Sai Teja – VTU24670 – 23UECS0816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668001" y="7818586"/>
            <a:ext cx="7191638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S. Hemamalini/</a:t>
            </a:r>
            <a:r>
              <a:rPr lang="en-US" sz="3000">
                <a:latin typeface="Cambria" panose="02040503050406030204" pitchFamily="18" charset="0"/>
                <a:ea typeface="Cambria" panose="02040503050406030204" pitchFamily="18" charset="0"/>
              </a:rPr>
              <a:t>Associate Professor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>
                <a:latin typeface="Cambria" panose="02040503050406030204" pitchFamily="18" charset="0"/>
                <a:ea typeface="Cambria" panose="02040503050406030204" pitchFamily="18" charset="0"/>
              </a:rPr>
              <a:t>(Senior Grade)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09800" y="6972300"/>
            <a:ext cx="147431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9800" y="1638300"/>
            <a:ext cx="15082325" cy="8462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manual event handling in departments leads to inefficient tracking, overbooking, and a lack of real-time visibility.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centralizes event management into a secure, automated platform, ensuring transparent ticket distribution and data accuracy.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professional and academic settings, such systems are vital for coordinating seminars and workshops with high reliability.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is a full-stack application leveraging a robust Spring Boot REST API and a modern React-based frontend.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features role-based access secured via JWT authentication, protecting sensitive user data and administrative booking flows.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 benefit from a dedicated analytics dashboard with live-refreshing charts to monitor attendance and event capacity.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enjoy a seamless, mobile-responsive interface designed with a bold Neo-Brutalist aesthetic for enhanced engagement.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provides a scalable, digital-first model for managing internal logistics and improving organizational productivity.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8462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departmental event management often relies on fragmented manual processes, leading to data inconsistencies and frequent overbooking.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critical lack of real-time visibility for students trying to browse events and administrators tracking attendance.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are prone to human error, making it difficult to manage ticket capacity or verify registrations securely.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absence of a centralized, role-based system often results in unauthorized access and inefficient logistical planning.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Inaccurate data reporting prevents administrators from making informed decisions regarding event scaling and resource allocation.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addresses these challenges by replacing manual workflows with a fully automated, JWT-secured full-stack application.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absolute data integrity through a synchronized Spring Boot backend and provides immediate insight via live analytics.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offers a reliable, digital solution to eliminate paperwork and improve the overall efficiency of internal event coordination.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2" name="TextBox 51"/>
          <p:cNvSpPr txBox="1"/>
          <p:nvPr/>
        </p:nvSpPr>
        <p:spPr>
          <a:xfrm>
            <a:off x="2209800" y="1638300"/>
            <a:ext cx="15082325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full-stack automated booking platform using React and Spring Boot to streamline event registration and eliminate manual paperwork.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JWT-secured role-based access control and a real-time analytics dashboard to monitor ticket distribution and prevent event over-capacity.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departmental efficiency by providing users with instant booking confirmations and a centralized digital history of all reserved event tickets.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performance of real-time data synchronization through live-refreshing analytics that monitor ticket availability across concurrent user sessions.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8462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full-stack web application featuring a modern React frontend and a robust Spring Boot REST API for automated event logistics.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implements a secure role-based access control system using JWT authentication, ensuring that administrative and user functions are strictly isolated.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centralizing event listings, the platform eliminates the need for manual inquiries and provides users with a comprehensive digital catalog of all upcoming activities.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solves the primary issue of overbooking by utilizing a synchronized backend database that enforces strict ticket capacity limits in real-time.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replaces paper-based registries with a digital booking flow, significantly reducing human error and the time required for data entry and verification.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dedicated administrator dashboard provides live-refreshing visual analytics, offering immediate insight into event popularity and resource allocation.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traditional methods, the platform offers 24/7 accessibility, allowing students to browse and book tickets from any device at their convenience.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modular architecture ensures high scalability, enabling the department to manage an unlimited number of concurrent events and high-volume traffic efficiently.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5a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870" y="2019935"/>
            <a:ext cx="9116060" cy="74872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5b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887183" y="-1032478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/>
          <p:cNvSpPr txBox="1"/>
          <p:nvPr/>
        </p:nvSpPr>
        <p:spPr>
          <a:xfrm>
            <a:off x="152400" y="6858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514600" y="952500"/>
            <a:ext cx="14543405" cy="9940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Tx/>
              <a:buNone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Input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User/Admin Credentials: Secure login and registration data (Email, Password, Role).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Event Details: Admin inputs for event titles, descriptions, dates, and total ticket capacity.</a:t>
            </a:r>
          </a:p>
          <a:p>
            <a:pPr indent="0">
              <a:buFontTx/>
              <a:buNone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Processing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Authentication &amp; Authorization: Validating JWT tokens and enforcing role-based access (Admin vs. User permissions).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Capacity Logic: Back-end validation to ensure ticket bookings do not exceed the set event capacity.</a:t>
            </a:r>
          </a:p>
          <a:p>
            <a:pPr indent="0">
              <a:buFontTx/>
              <a:buNone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 Database (MySQL)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 Profiles: Persistent storage of hashed credentials, user roles, and account metadata.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Centralized Event Store: A structured table for maintaining all event information and inventory levels.</a:t>
            </a:r>
          </a:p>
          <a:p>
            <a:pPr indent="0">
              <a:buFontTx/>
              <a:buNone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 Output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Dynamic UI Components: Responsive React pages displaying filtered event lists and booking details.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Visual Analytics: Interactive charts (Bar/Pie/Line) showcasing real-time booking stats for administrators.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/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1685925"/>
            <a:ext cx="11641455" cy="69151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520" cy="4172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React.js, Vite, Axios, Recharts (for analytics), Neo-Brutalist CSS.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Spring Boot, Java 17, Spring Security (JWT), Maven.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Code, Postman, Git, Chrome DevTools.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8GB RAM, i3+ CPU, Node.js v18+, JDK 17, Modern Web Browser.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6985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Department Event Ticket Booking System:</a:t>
            </a:r>
          </a:p>
          <a:p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Authentication &amp; Access Control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secure user registration, JWT-based login, and role-based access for ADMIN and USER accounts.</a:t>
            </a:r>
          </a:p>
          <a:p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Event Lifecycle Management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administrators to create, update, and manage departmental events, including setting descriptions and ticket capacities.</a:t>
            </a:r>
          </a:p>
          <a:p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Booking &amp; Reservation System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Manages the core ticket discovery and booking process for students, featuring real-time availability checks to prevent overbooking</a:t>
            </a:r>
          </a:p>
          <a:p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Real-Time Analytics Dashboard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visual insights through interactive charts, allowing administrators to monitor booking trends and ticket distribution efficiently.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438400" y="1485900"/>
            <a:ext cx="1000569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Home Page (Event List):</a:t>
            </a:r>
          </a:p>
          <a:p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The primary discovery module for students, providing a centralized, high-contrast interface to browse upcoming departmental events and real-time ticket availability.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C7A39A-CD2F-B52F-F021-7FDFEBDCCB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329" y="3469794"/>
            <a:ext cx="10432413" cy="55588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438400" y="1485900"/>
            <a:ext cx="1000569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Login Page: </a:t>
            </a:r>
          </a:p>
          <a:p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secure entry gate of the system where users and admins authenticate via JWT to access their respective role-based dashboards.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C8018B-5608-ED1E-ABED-80D089B6F1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008" y="3349119"/>
            <a:ext cx="11916592" cy="58182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" name="Text Box 2"/>
          <p:cNvSpPr txBox="1"/>
          <p:nvPr/>
        </p:nvSpPr>
        <p:spPr>
          <a:xfrm>
            <a:off x="2438400" y="1485900"/>
            <a:ext cx="1000569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Main Module (Admin Dashboard): </a:t>
            </a:r>
          </a:p>
          <a:p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central control hub for administrators, displaying critical KPIs such as total events, active bookings, and total registered users at a glance.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43D09F-BEE1-0BC6-09A6-93768374F9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33" y="3453130"/>
            <a:ext cx="11804013" cy="627742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8(d)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" name="Text Box 2"/>
          <p:cNvSpPr txBox="1"/>
          <p:nvPr/>
        </p:nvSpPr>
        <p:spPr>
          <a:xfrm>
            <a:off x="2438400" y="1485900"/>
            <a:ext cx="1000569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Output Page (Analytics/History):</a:t>
            </a:r>
          </a:p>
          <a:p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features real-time visual analytics and personalized booking history, transforming raw data into actionable insights and convenient user records.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151978-64B9-88A9-E556-4458CF6246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778" y="3379755"/>
            <a:ext cx="11876403" cy="63006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286000" y="1790700"/>
            <a:ext cx="13676630" cy="870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Efficiency: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Replaces slow manual registration with an instant digital booking flow, eliminating paperwork and human error.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Tracking: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both students and admins with up-to-the-second visibility into ticket availability and event status.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Security: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JWT authentication to ensure that sensitive admin features and booking APIs are strictly protected from unauthorized access.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 Analytics: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dedicated dashboard simplifies complex data into visual charts, helping admins optimize event planning and resource allocation.</a:t>
            </a:r>
          </a:p>
          <a:p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Dependence: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web-based platform, the system requires a stable internet or local intranet connection to process bookings.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Volatile Data (Dev Mode):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its default development configuration (MySQL Database), all transactional data is cleared whenever the server is restarted.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Access Required: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relies on users having access to a computer or mobile device, which may be a barrier for offline registration.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Scoped for Internal Use: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current architecture is optimized for a single department and would require significant scaling for university-wide or public events.</a:t>
            </a:r>
          </a:p>
          <a:p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200" b="1" i="1" dirty="0">
                <a:solidFill>
                  <a:srgbClr val="191919"/>
                </a:solidFill>
                <a:latin typeface="Times New Roman" panose="02020603050405020304" pitchFamily="18" charset="0"/>
                <a:ea typeface="Gotham Bold Italics" panose="02000000000000000000"/>
                <a:cs typeface="Times New Roman" panose="02020603050405020304" pitchFamily="18" charset="0"/>
                <a:sym typeface="Gotham Bold Italics" panose="02000000000000000000"/>
              </a:rPr>
              <a:t>Thank</a:t>
            </a: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 </a:t>
            </a:r>
            <a:r>
              <a:rPr lang="en-US" sz="11155" b="1" i="1" dirty="0">
                <a:solidFill>
                  <a:srgbClr val="191919"/>
                </a:solidFill>
                <a:latin typeface="Times New Roman" panose="02020603050405020304" pitchFamily="18" charset="0"/>
                <a:ea typeface="Gotham Bold Italics" panose="02000000000000000000"/>
                <a:cs typeface="Times New Roman" panose="02020603050405020304" pitchFamily="18" charset="0"/>
                <a:sym typeface="Gotham Bold Italics" panose="02000000000000000000"/>
              </a:rPr>
              <a:t>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1466</Words>
  <Application>Microsoft Office PowerPoint</Application>
  <PresentationFormat>Custom</PresentationFormat>
  <Paragraphs>247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Gotham</vt:lpstr>
      <vt:lpstr>Times New Roman</vt:lpstr>
      <vt:lpstr>Gotham Bold Italics</vt:lpstr>
      <vt:lpstr>Bookman Old Style</vt:lpstr>
      <vt:lpstr>Calibri</vt:lpstr>
      <vt:lpstr>Cambria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RAMCHARAN</dc:creator>
  <cp:lastModifiedBy>Muni Sai teja</cp:lastModifiedBy>
  <cp:revision>19</cp:revision>
  <dcterms:created xsi:type="dcterms:W3CDTF">2006-08-16T00:00:00Z</dcterms:created>
  <dcterms:modified xsi:type="dcterms:W3CDTF">2026-05-06T04:17:37Z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F5AE0D557495405F88E14F0B771BA61A_12</vt:lpwstr>
  </property>
  <property fmtid="{D5CDD505-2E9C-101B-9397-08002B2CF9AE}" pid="3" name="KSOProductBuildVer">
    <vt:lpwstr>1033-12.2.0.21931</vt:lpwstr>
  </property>
</Properties>
</file>