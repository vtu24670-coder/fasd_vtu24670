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i Sai teja" userId="26a97bf377e89a90" providerId="LiveId" clId="{06AC81DC-4460-4A0F-B6CF-D96C5A18E209}"/>
    <pc:docChg chg="modSld">
      <pc:chgData name="Muni Sai teja" userId="26a97bf377e89a90" providerId="LiveId" clId="{06AC81DC-4460-4A0F-B6CF-D96C5A18E209}" dt="2026-05-06T08:31:06.971" v="54" actId="20577"/>
      <pc:docMkLst>
        <pc:docMk/>
      </pc:docMkLst>
      <pc:sldChg chg="modSp mod">
        <pc:chgData name="Muni Sai teja" userId="26a97bf377e89a90" providerId="LiveId" clId="{06AC81DC-4460-4A0F-B6CF-D96C5A18E209}" dt="2026-05-06T08:31:06.971" v="54" actId="20577"/>
        <pc:sldMkLst>
          <pc:docMk/>
          <pc:sldMk cId="0" sldId="256"/>
        </pc:sldMkLst>
        <pc:spChg chg="mod">
          <ac:chgData name="Muni Sai teja" userId="26a97bf377e89a90" providerId="LiveId" clId="{06AC81DC-4460-4A0F-B6CF-D96C5A18E209}" dt="2026-05-06T08:31:06.971" v="54" actId="20577"/>
          <ac:spMkLst>
            <pc:docMk/>
            <pc:sldMk cId="0" sldId="256"/>
            <ac:spMk id="14" creationId="{EA8EEF4A-EB43-B7D9-87FC-7C7D752BCA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160BC-F70E-435E-839E-29681BB006EC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BF26B-F74B-46ED-AE66-08558B6E7D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65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BF26B-F74B-46ED-AE66-08558B6E7DE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8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BF26B-F74B-46ED-AE66-08558B6E7DE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770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Relational Expense Analytics Platform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742013" y="8009274"/>
            <a:ext cx="6580966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M.Muni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Sai Teja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VTU24670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:-23UECS0816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M.E,Ph,D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8 – Decent work and Economic Growth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05000" y="876300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expense analytics platform designed to help users efficiently track, manage, and analyze their financial spending.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focuses on relational analysis of expenses, helping users understand how different spending categories are connected and how they affect overall budgeting</a:t>
            </a:r>
          </a:p>
          <a:p>
            <a:pPr marL="457200" indent="-457200" algn="just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record daily expenses, categorize transactions, and monitor financial habits in real time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data analytics and visualization techniques to provide insights through charts, summaries, and spending trends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individuals identify unnecessary expenses and improve financial decision-making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secure data storage and easy access, allowing users to manage their financial records anytime.</a:t>
            </a:r>
          </a:p>
          <a:p>
            <a:pPr marL="457200" indent="-457200" algn="just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with a user-friendly interface to make expense tracking simple and efficient for everyone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the project is to promote better financial planning and budgeting through smart expense analysis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25343" y="2015465"/>
            <a:ext cx="1556308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find it difficult to track their daily expenses accurately, which leads to poor financial management.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such as manual recording in notebooks or spreadsheets are time-consuming and prone to errors.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expense tracking systems often lack intelligent analysis, making it hard for users to understand spending patterns.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usually struggle to identify relationships between different expense categories, such as how lifestyle choices affect overall spending.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visualization tools, it becomes difficult to analyze financial trends and make informed budgeting decisions.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available solutions are either too complex or not user-friendly, discouraging consistent usage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support for real-time monitoring of expenses and financial insights in basic tracking systems.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smart, automated, and user-friendly expense analytics platform like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helps users track expenses, analyze spending relationships, and improve financial planning.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76975" y="2022542"/>
            <a:ext cx="15082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scalable expense analytics system using data processing and visualization techniques.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transaction categorization and analyze spending patterns for optimized budgeting.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TrackWise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platform for tracking and managing daily expenses.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record and categorize transactions in real time.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data analytics to identify spending patterns and trends.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solves the issue of manual expense tracking, which is time-consuming and error-prone.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relationships between different expense categories.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insights through charts and summaries for better decision-making.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secure data storage with easy access anytime, anywhere.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 and user-friendly compared to traditional methods like notebooks or basic apps.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7F08759-539C-963D-FA53-1ADCE666B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161520"/>
            <a:ext cx="10439400" cy="6087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967E9B-96E8-59EF-745A-BB2B92175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972" y="1900802"/>
            <a:ext cx="13003428" cy="66670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HTML5, CSS3, JavaScript (ES6) for structure, styling &amp; interactivity.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Chart.js library for pie charts and monthly bar charts.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PHP 7.4+ for server-side logic, form processing &amp; session management.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Connectivity: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prepared statements to prevent SQL injection.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MySQL / MariaDB — 4 tables: users, categories, expenses, budgets.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hashing, CSRF tokens, input validation &amp; XSS prevention.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XAMPP (Apache + MariaDB), phpMyAdmin, VS Code.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Windows OS, 2GB RAM, PHP 7.4+, modern browser with JavaScript enabled.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Handles user registration, login, and logout with secure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and session-based authentication.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Expense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Allows users to add, view, filter, search, and delete expenses with details like amount, category, date, and description.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Category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Enables users to create and manage custom expense categories. Default categories are auto-created on registration.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Budget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Lets users set monthly budget limits and tracks spending against them, displaying remaining balance in real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Analytics &amp; Dashboard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Displays interactive charts (category-wise pie chart, monthly bar chart) and summary cards for total and monthly expenses.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Data Export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CSV export of filtered expense records for offline analysis and reporting.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00EE2-0884-A29A-998B-003E2BA43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139" y="2519802"/>
            <a:ext cx="14215521" cy="5512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B46D3-6012-9276-65A9-6F1AF303E8CA}"/>
              </a:ext>
            </a:extLst>
          </p:cNvPr>
          <p:cNvSpPr txBox="1"/>
          <p:nvPr/>
        </p:nvSpPr>
        <p:spPr>
          <a:xfrm>
            <a:off x="1621266" y="1406195"/>
            <a:ext cx="142106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 Page (Register)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DC7A03-BB52-5D5C-CDBC-0FB86F4139BB}"/>
              </a:ext>
            </a:extLst>
          </p:cNvPr>
          <p:cNvSpPr txBox="1"/>
          <p:nvPr/>
        </p:nvSpPr>
        <p:spPr>
          <a:xfrm>
            <a:off x="2290631" y="8336505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entry point where new users create an account by entering their name, email, and password.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EB86D7-6125-2BA5-35E9-A9D0FE153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20" y="1704495"/>
            <a:ext cx="8206380" cy="5848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52E14-5C47-3C5C-C51E-08DFE8C04534}"/>
              </a:ext>
            </a:extLst>
          </p:cNvPr>
          <p:cNvSpPr txBox="1"/>
          <p:nvPr/>
        </p:nvSpPr>
        <p:spPr>
          <a:xfrm>
            <a:off x="2503572" y="1300267"/>
            <a:ext cx="14210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Login Page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3477E-0EEE-77CD-B493-4F3C6001E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526154"/>
            <a:ext cx="11353800" cy="4832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7C358-E922-0C0E-E023-28701520C3B2}"/>
              </a:ext>
            </a:extLst>
          </p:cNvPr>
          <p:cNvSpPr txBox="1"/>
          <p:nvPr/>
        </p:nvSpPr>
        <p:spPr>
          <a:xfrm>
            <a:off x="2295509" y="1770733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Main Module — Dashboard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F2B42F-08DD-FC0B-C583-9E0417353868}"/>
              </a:ext>
            </a:extLst>
          </p:cNvPr>
          <p:cNvSpPr txBox="1"/>
          <p:nvPr/>
        </p:nvSpPr>
        <p:spPr>
          <a:xfrm>
            <a:off x="1728051" y="7760846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hub displaying total expenses, monthly spending, budget status, and analytics charts.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C8A4B-E9B9-8738-22A5-09AEF7E66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1" y="2324100"/>
            <a:ext cx="11353799" cy="495030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02900D3-EE32-6645-0611-3A88F01962D2}"/>
              </a:ext>
            </a:extLst>
          </p:cNvPr>
          <p:cNvSpPr txBox="1"/>
          <p:nvPr/>
        </p:nvSpPr>
        <p:spPr>
          <a:xfrm>
            <a:off x="2427996" y="1656279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Output Page </a:t>
            </a:r>
            <a:r>
              <a:rPr lang="en-IN" sz="2800" b="1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080A14-C184-02CA-D18B-F1808F782AA5}"/>
              </a:ext>
            </a:extLst>
          </p:cNvPr>
          <p:cNvSpPr txBox="1"/>
          <p:nvPr/>
        </p:nvSpPr>
        <p:spPr>
          <a:xfrm>
            <a:off x="2575686" y="7701290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recorded expenses with search/filter options and a CSV export button for reporting.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C5D7E-5FA3-85F0-B07B-C463749794AF}"/>
              </a:ext>
            </a:extLst>
          </p:cNvPr>
          <p:cNvSpPr txBox="1"/>
          <p:nvPr/>
        </p:nvSpPr>
        <p:spPr>
          <a:xfrm>
            <a:off x="2498426" y="1849522"/>
            <a:ext cx="14045782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 — Simple, clean interface that requires no technical knowledge to track expenses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 — Interactive charts (pie &amp; bar) give instant visual insights into spending patterns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 —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hashing, prepared statements, CSRF tokens and session protection keep data safe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&amp; Budget Control — Custom categories and monthly budget limits help users stay financially disciplined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User Per Account — No multi-user collaboration or shared expense tracking between users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Deployment Only — Requires XAMPP setup; not directly accessible online without additional configuration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 — Only a web-based interface; no dedicated Android/iOS app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Recurring Expense Automation — Users must manually re-enter repeating expenses each time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1157</Words>
  <Application>Microsoft Office PowerPoint</Application>
  <PresentationFormat>Custom</PresentationFormat>
  <Paragraphs>280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Bookman Old Style</vt:lpstr>
      <vt:lpstr>Calibri</vt:lpstr>
      <vt:lpstr>Gotham Bold Italics</vt:lpstr>
      <vt:lpstr>Cambria</vt:lpstr>
      <vt:lpstr>Aptos</vt:lpstr>
      <vt:lpstr>Arial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Venkata naga sai singamsetty</dc:creator>
  <cp:lastModifiedBy>Muni Sai teja</cp:lastModifiedBy>
  <cp:revision>18</cp:revision>
  <dcterms:created xsi:type="dcterms:W3CDTF">2006-08-16T00:00:00Z</dcterms:created>
  <dcterms:modified xsi:type="dcterms:W3CDTF">2026-05-06T08:31:13Z</dcterms:modified>
  <dc:identifier>DAHCaYqJ9OU</dc:identifier>
</cp:coreProperties>
</file>