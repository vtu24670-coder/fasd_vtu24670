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Bookman Old Style" panose="02050604050505020204" pitchFamily="18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Gotham" panose="020B0604020202020204" charset="0"/>
      <p:regular r:id="rId24"/>
    </p:embeddedFont>
    <p:embeddedFont>
      <p:font typeface="Gotham Bold Italics" panose="020B0604020202020204" charset="0"/>
      <p:regular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i Sai teja" userId="26a97bf377e89a90" providerId="LiveId" clId="{06AC81DC-4460-4A0F-B6CF-D96C5A18E209}"/>
    <pc:docChg chg="modSld">
      <pc:chgData name="Muni Sai teja" userId="26a97bf377e89a90" providerId="LiveId" clId="{06AC81DC-4460-4A0F-B6CF-D96C5A18E209}" dt="2026-05-06T07:59:34.015" v="88" actId="122"/>
      <pc:docMkLst>
        <pc:docMk/>
      </pc:docMkLst>
      <pc:sldChg chg="modSp mod">
        <pc:chgData name="Muni Sai teja" userId="26a97bf377e89a90" providerId="LiveId" clId="{06AC81DC-4460-4A0F-B6CF-D96C5A18E209}" dt="2026-05-06T07:59:34.015" v="88" actId="122"/>
        <pc:sldMkLst>
          <pc:docMk/>
          <pc:sldMk cId="0" sldId="256"/>
        </pc:sldMkLst>
        <pc:spChg chg="mod">
          <ac:chgData name="Muni Sai teja" userId="26a97bf377e89a90" providerId="LiveId" clId="{06AC81DC-4460-4A0F-B6CF-D96C5A18E209}" dt="2026-05-06T07:58:12.321" v="49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Muni Sai teja" userId="26a97bf377e89a90" providerId="LiveId" clId="{06AC81DC-4460-4A0F-B6CF-D96C5A18E209}" dt="2026-05-06T07:59:34.015" v="88" actId="122"/>
          <ac:spMkLst>
            <pc:docMk/>
            <pc:sldMk cId="0" sldId="256"/>
            <ac:spMk id="27" creationId="{AC6C53BF-3850-6683-E07F-D595EC8B02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PROJECT-2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5427770" y="5754629"/>
            <a:ext cx="80683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Department Event Ticket Booking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 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M.Muni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Sai Teja   VTU24670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Reg.No.23UECS0816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Hemamalini .S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819927" y="2040585"/>
            <a:ext cx="16166866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 err="1"/>
              <a:t>EduTicket</a:t>
            </a:r>
            <a:r>
              <a:rPr lang="en-US" sz="3300" dirty="0"/>
              <a:t> is a React JS based web application for online ticket booking of internal department events.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Enables students and faculty to view event details including name, date, time, venue,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Provides seamless online booking functionality with real-time ticket availability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comprehensive validation to ensure data integrity and user-friendly error messages.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Displays booking confirmation messages with booking summary after successful registration.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Features automatic calculation of total amount based on number of tickets and ticket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Implements state management using React hooks for efficient data handling and component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 dirty="0"/>
              <a:t>Ensures responsive design and clean code organization for maintainability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04695" y="2881342"/>
            <a:ext cx="161110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Manual event registration and ticket booking processes are time-consuming and error-prone.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face difficulty accessing event information scattered across different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Lack of real-time ticket availability tracking leads to overbooking and registration conflicts.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 automated confirmation system results in communication gaps between organizers and participants.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Manual validation of ticket numbers and availability is inefficient and prone to mistakes.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Students cannot easily view comprehensive event details in a single centralized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organizers struggle to manage ticket inventory and participant information manually.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Absence of proper error handling causes poor user experience during booking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03275" y="3348049"/>
            <a:ext cx="150823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develop a React JS based web application for efficient online ticket booking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display comprehensive event details including name, department, date, time, venue, and pricing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implement real-time ticket availability tracking and overbooking prevention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ensure all input fields are validated with user-friendly error messages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provide automated booking confirmation with detailed booking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809611" y="1972687"/>
            <a:ext cx="16033834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 React JS based web application built with Vite for fast development and optimal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Two main modules: Event Details Module displaying event information and Booking Module for ticket reservations.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Event Details Module shows event name, department, date/time, venue, ticket price, and available ticket count.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Booking Module allows users to enter name, email ID, department, and desired number of tickets.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Implements comprehensive validation for mandatory fields, email format, and positive ticket numbers.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Prevents overbooking by automatically checking ticket availability before confirming bookings.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detailed booking confirmation message including user name, event name, quantity, and total amount.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Utilizes React functional components with </a:t>
            </a:r>
            <a:r>
              <a:rPr lang="en-US" sz="3200" dirty="0" err="1"/>
              <a:t>useState</a:t>
            </a:r>
            <a:r>
              <a:rPr lang="en-US" sz="3200" dirty="0"/>
              <a:t> hook for efficient state management and real-time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86861" y="3227405"/>
            <a:ext cx="150823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React JS based single-page application with component-based architecture.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Event Details Component displays comprehensive event information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Booking Form Component handles user input with built-in validation logic.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State Management using React </a:t>
            </a:r>
            <a:r>
              <a:rPr lang="en-US" sz="3200" dirty="0" err="1"/>
              <a:t>useState</a:t>
            </a:r>
            <a:r>
              <a:rPr lang="en-US" sz="3200" dirty="0"/>
              <a:t> Hook for managing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Ensures smooth communication between components using props and callbacks.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Implements event handling for user interactions (button clicks, form submissions).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Utilizes conditional rendering to display content based on application state.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Maintains clean separation of concerns with modular functional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59FF0-0CBB-7B1D-8781-0A50247B7C63}"/>
              </a:ext>
            </a:extLst>
          </p:cNvPr>
          <p:cNvSpPr txBox="1"/>
          <p:nvPr/>
        </p:nvSpPr>
        <p:spPr>
          <a:xfrm>
            <a:off x="2590799" y="2327344"/>
            <a:ext cx="14719459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300" dirty="0"/>
              <a:t>   User opens the React application in a web browser and views available events.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Event Details Module displays event information with name, date, time, venue, and pricing.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User selects an event and fills the booking form with personal details.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validates all inputs: mandatory fields, valid email format, positive ticket numbers.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If tickets are available, system prevents overbooking and allows booking confirmation.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Application displays real-time updated ticket count after successful booking.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Booking confirmation message shows user name, event name, tickets booked, and total amount.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300" dirty="0"/>
              <a:t>System handles errors gracefully with user-friendly error messages for invalid inputs.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5621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 Technologies</a:t>
            </a:r>
          </a:p>
          <a:p>
            <a:r>
              <a:rPr lang="en-IN" sz="2800" b="1" dirty="0"/>
              <a:t>React JS </a:t>
            </a:r>
            <a:r>
              <a:rPr lang="en-IN" sz="2800" dirty="0"/>
              <a:t>– Main framework for building user interface with functional components.</a:t>
            </a:r>
          </a:p>
          <a:p>
            <a:r>
              <a:rPr lang="en-IN" sz="2800" b="1" dirty="0"/>
              <a:t>JSX </a:t>
            </a:r>
            <a:r>
              <a:rPr lang="en-IN" sz="2800" dirty="0"/>
              <a:t>– Syntax extension for writing HTML-like code within JavaScript components.</a:t>
            </a:r>
          </a:p>
          <a:p>
            <a:r>
              <a:rPr lang="en-IN" sz="2800" b="1" dirty="0"/>
              <a:t>React Hooks </a:t>
            </a:r>
            <a:r>
              <a:rPr lang="en-IN" sz="2800" dirty="0"/>
              <a:t>(</a:t>
            </a:r>
            <a:r>
              <a:rPr lang="en-IN" sz="2800" dirty="0" err="1"/>
              <a:t>useState</a:t>
            </a:r>
            <a:r>
              <a:rPr lang="en-IN" sz="2800" dirty="0"/>
              <a:t>) – For managing component state and side effects.</a:t>
            </a:r>
          </a:p>
          <a:p>
            <a:r>
              <a:rPr lang="en-IN" sz="2800" b="1" dirty="0"/>
              <a:t>React Router </a:t>
            </a:r>
            <a:r>
              <a:rPr lang="en-IN" sz="2800" dirty="0"/>
              <a:t>– For handling navigation and routing between pages.</a:t>
            </a:r>
          </a:p>
          <a:p>
            <a:r>
              <a:rPr lang="en-IN" sz="2800" b="1" dirty="0"/>
              <a:t>Axios </a:t>
            </a:r>
            <a:r>
              <a:rPr lang="en-IN" sz="2800" dirty="0"/>
              <a:t>– For making HTTP requests to backend services.</a:t>
            </a:r>
          </a:p>
          <a:p>
            <a:endParaRPr lang="en-IN" sz="2800" dirty="0"/>
          </a:p>
          <a:p>
            <a:r>
              <a:rPr lang="en-IN" sz="2800" b="1" dirty="0"/>
              <a:t>Styling &amp; Build Tools</a:t>
            </a:r>
          </a:p>
          <a:p>
            <a:r>
              <a:rPr lang="en-IN" sz="2800" b="1" dirty="0"/>
              <a:t>CSS3 </a:t>
            </a:r>
            <a:r>
              <a:rPr lang="en-IN" sz="2800" dirty="0"/>
              <a:t>– For styling components and creating responsive design.</a:t>
            </a:r>
          </a:p>
          <a:p>
            <a:r>
              <a:rPr lang="en-IN" sz="2800" b="1" dirty="0"/>
              <a:t>Vite</a:t>
            </a:r>
            <a:r>
              <a:rPr lang="en-IN" sz="2800" dirty="0"/>
              <a:t> – Modern build tool for development and production builds.</a:t>
            </a:r>
          </a:p>
          <a:p>
            <a:r>
              <a:rPr lang="en-IN" sz="2800" b="1" dirty="0"/>
              <a:t>Responsive Design </a:t>
            </a:r>
            <a:r>
              <a:rPr lang="en-IN" sz="2800" dirty="0"/>
              <a:t>– Ensures application works on desktop and mobile devices.</a:t>
            </a:r>
          </a:p>
          <a:p>
            <a:endParaRPr lang="en-IN" sz="2800" dirty="0"/>
          </a:p>
          <a:p>
            <a:r>
              <a:rPr lang="en-IN" sz="2800" b="1" dirty="0"/>
              <a:t>Development Environment</a:t>
            </a:r>
          </a:p>
          <a:p>
            <a:r>
              <a:rPr lang="en-IN" sz="2800" b="1" dirty="0"/>
              <a:t>Node.js </a:t>
            </a:r>
            <a:r>
              <a:rPr lang="en-IN" sz="2800" dirty="0"/>
              <a:t>– JavaScript runtime for running development server.</a:t>
            </a:r>
          </a:p>
          <a:p>
            <a:r>
              <a:rPr lang="en-IN" sz="2800" b="1" dirty="0" err="1"/>
              <a:t>npm</a:t>
            </a:r>
            <a:r>
              <a:rPr lang="en-IN" sz="2800" dirty="0"/>
              <a:t> – Package manager for managing project dependencies.</a:t>
            </a:r>
          </a:p>
          <a:p>
            <a:r>
              <a:rPr lang="en-IN" sz="2800" b="1" dirty="0"/>
              <a:t>TypeScript </a:t>
            </a:r>
            <a:r>
              <a:rPr lang="en-IN" sz="2800" dirty="0"/>
              <a:t>– Optional type checking for JavaScript code quality.</a:t>
            </a:r>
          </a:p>
          <a:p>
            <a:r>
              <a:rPr lang="en-IN" sz="2800" b="1" dirty="0"/>
              <a:t>VS Code </a:t>
            </a:r>
            <a:r>
              <a:rPr lang="en-IN" sz="2800" dirty="0"/>
              <a:t>– Code editor for development.</a:t>
            </a:r>
          </a:p>
          <a:p>
            <a:r>
              <a:rPr lang="en-IN" sz="2800" b="1" dirty="0"/>
              <a:t>Web Browser </a:t>
            </a:r>
            <a:r>
              <a:rPr lang="en-IN" sz="2800" dirty="0"/>
              <a:t>– For running and testing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3101" y="1265170"/>
            <a:ext cx="15082325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Event Details Module</a:t>
            </a:r>
          </a:p>
          <a:p>
            <a:r>
              <a:rPr lang="en-US" sz="2400" dirty="0"/>
              <a:t>Displays event name, department, date/time, venue, ticket price, and availability.</a:t>
            </a:r>
          </a:p>
          <a:p>
            <a:r>
              <a:rPr lang="en-US" sz="2400" dirty="0"/>
              <a:t>Shows event information in a user-friendly format for easy understanding.</a:t>
            </a:r>
          </a:p>
          <a:p>
            <a:r>
              <a:rPr lang="en-US" sz="2400" dirty="0"/>
              <a:t>Allows users to view all event details before making booking decisions.</a:t>
            </a:r>
          </a:p>
          <a:p>
            <a:endParaRPr lang="en-US" sz="2400" dirty="0"/>
          </a:p>
          <a:p>
            <a:r>
              <a:rPr lang="en-US" sz="2400" b="1" dirty="0"/>
              <a:t>Ticket Booking Module</a:t>
            </a:r>
          </a:p>
          <a:p>
            <a:r>
              <a:rPr lang="en-US" sz="2400" dirty="0"/>
              <a:t>Accepts user inputs: name, email ID, department, and number of tickets required.</a:t>
            </a:r>
          </a:p>
          <a:p>
            <a:r>
              <a:rPr lang="en-US" sz="2400" dirty="0"/>
              <a:t>Validates all inputs with appropriate error messages for invalid data.</a:t>
            </a:r>
          </a:p>
          <a:p>
            <a:r>
              <a:rPr lang="en-US" sz="2400" dirty="0"/>
              <a:t>Prevents booking more tickets than available through validation logic.</a:t>
            </a:r>
          </a:p>
          <a:p>
            <a:r>
              <a:rPr lang="en-US" sz="2400" dirty="0"/>
              <a:t>Calculates total amount based on ticket price and quantity selected.</a:t>
            </a:r>
          </a:p>
          <a:p>
            <a:endParaRPr lang="en-US" sz="2400" dirty="0"/>
          </a:p>
          <a:p>
            <a:r>
              <a:rPr lang="en-US" sz="2400" b="1" dirty="0"/>
              <a:t>Validation &amp; Error Handling Module</a:t>
            </a:r>
          </a:p>
          <a:p>
            <a:r>
              <a:rPr lang="en-US" sz="2400" dirty="0"/>
              <a:t>Ensures all mandatory fields are filled before submission.</a:t>
            </a:r>
          </a:p>
          <a:p>
            <a:r>
              <a:rPr lang="en-US" sz="2400" dirty="0"/>
              <a:t>Validates email format using regex patterns or built-in validation.</a:t>
            </a:r>
          </a:p>
          <a:p>
            <a:r>
              <a:rPr lang="en-US" sz="2400" dirty="0"/>
              <a:t>Checks that number of tickets is a positive number.</a:t>
            </a:r>
          </a:p>
          <a:p>
            <a:r>
              <a:rPr lang="en-US" sz="2400" dirty="0"/>
              <a:t>Prevents overbooking by comparing requested tickets with available tickets.</a:t>
            </a:r>
          </a:p>
          <a:p>
            <a:r>
              <a:rPr lang="en-US" sz="2400" dirty="0"/>
              <a:t>Displays user-friendly error messages for all validation failures.</a:t>
            </a:r>
          </a:p>
          <a:p>
            <a:endParaRPr lang="en-US" sz="2400" dirty="0"/>
          </a:p>
          <a:p>
            <a:r>
              <a:rPr lang="en-US" sz="2400" b="1" dirty="0"/>
              <a:t>Booking Confirmation Module</a:t>
            </a:r>
          </a:p>
          <a:p>
            <a:r>
              <a:rPr lang="en-US" sz="2400" dirty="0"/>
              <a:t>Displays confirmation message after successful booking.</a:t>
            </a:r>
          </a:p>
          <a:p>
            <a:r>
              <a:rPr lang="en-US" sz="2400" dirty="0"/>
              <a:t>Shows booking summary including user name, event name, quantity, and total amount.</a:t>
            </a:r>
          </a:p>
          <a:p>
            <a:r>
              <a:rPr lang="en-US" sz="2400" dirty="0"/>
              <a:t>Updates available ticket count in real-time after confirmation.</a:t>
            </a:r>
          </a:p>
          <a:p>
            <a:r>
              <a:rPr lang="en-US" sz="2400" dirty="0"/>
              <a:t>Provides option to reset form for additional bookings.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E326A-C685-3DD4-BB3B-A19D6091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18" y="1781645"/>
            <a:ext cx="15051212" cy="72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75914-E135-0296-D310-2A3B6C681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156" y="1999900"/>
            <a:ext cx="14908054" cy="716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53530-E854-9B9C-F318-5B48DAC61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40" y="1939103"/>
            <a:ext cx="14593560" cy="69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43F7-4792-50D6-B9CB-E0E3CF23274A}"/>
              </a:ext>
            </a:extLst>
          </p:cNvPr>
          <p:cNvSpPr txBox="1"/>
          <p:nvPr/>
        </p:nvSpPr>
        <p:spPr>
          <a:xfrm>
            <a:off x="2077934" y="1622402"/>
            <a:ext cx="15223789" cy="794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online platform for viewing and booking event tickets.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registration process with automated online booking system.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ticket availability tracking prevents overbooking and conflicts.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validation ensures data integrity and improves user experience.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booking confirmation provides instant feedback to users.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 works seamlessly on desktop and mobile devices.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React component architecture enables easy maintenance and future enhancements.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communication gaps between event organizers and participants.</a:t>
            </a: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JavaScript enabled browser for proper application functionality.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 needed for data persistence and API endpoints.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 only checks format, not actual email delivery.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payment gateway integration for online payments.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web platform (can be extended to mobile apps in future).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notification system (can be added with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user authentication system (users not required to login).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1319</Words>
  <Application>Microsoft Office PowerPoint</Application>
  <PresentationFormat>Custom</PresentationFormat>
  <Paragraphs>257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</vt:lpstr>
      <vt:lpstr>Gotham</vt:lpstr>
      <vt:lpstr>Bookman Old Style</vt:lpstr>
      <vt:lpstr>Calibri</vt:lpstr>
      <vt:lpstr>Gotham Bold Italics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Gouse D</dc:creator>
  <cp:lastModifiedBy>Muni Sai teja</cp:lastModifiedBy>
  <cp:revision>18</cp:revision>
  <dcterms:created xsi:type="dcterms:W3CDTF">2006-08-16T00:00:00Z</dcterms:created>
  <dcterms:modified xsi:type="dcterms:W3CDTF">2026-05-06T07:59:36Z</dcterms:modified>
  <dc:identifier>DAHCaYqJ9OU</dc:identifier>
</cp:coreProperties>
</file>